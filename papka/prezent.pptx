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3C027D-45C8-4179-8FC5-E54797BE5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1B894F-DBB4-43CF-8CE5-B004019AE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C7339B-1780-4B3D-9F5F-00886CF0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69FEF6-E6AE-452E-80EC-3CDD27A7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0CBA1F-FE08-428C-8AFE-F288116B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398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E544C-683A-4518-A8B9-34290156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9D537-CE72-4FC6-A120-1A667753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F11768-6CAD-4CF8-9B48-73A96B15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DCE704-1AB5-462D-99BB-629132C5A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F18AE1-F10E-493F-8D04-56522E32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879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7798F1-4E5D-4258-96AA-3900DCFB1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3F86BC-F635-4E50-8EDC-617B0C1FB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2A606D-953C-40E1-B93C-54961B5A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337498-F490-4070-A63A-696C6780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3FC70C-5810-4749-80D4-48F5D493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399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0FDB3-3CAB-4152-98A7-A2F4FDB9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B6897B-5554-4583-82C9-9710ED6A9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1FA0E4-5064-4EC6-B314-BC70E59F9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CB474C-5494-40F7-ADA6-D60FFB8B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E2E787-E4B9-4450-A923-377C075B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A4A9A9-4B93-4335-9EC4-35351FF1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95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5088E-7502-4D9D-BD54-85B41A4D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DE0E70-DD6F-4635-8A91-9CF3983AC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ED3D4D-E5F5-4E23-866C-C74B0A569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72E2897-A16C-46B2-92E8-4A410C55E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69B702-66E3-4B40-8FC2-26865FF10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B00BEE-F0CE-49C3-ADE2-8B987D6D8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2B18E7-6E50-496C-B9D0-87F7A490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FA1FA5-B6C5-4A23-A6EB-B419E5D43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954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2EADA-4803-481A-9E66-1816CB828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CF3C4D-FF0F-48E3-B01F-F7EF3CDD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CCF0587-98DE-445E-9282-C2E7B820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ED4715-1565-46F1-9AE1-E5431883A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02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B0FDB0-1592-4AF1-99BC-D87ABEC96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97C2FCF-5A8C-4120-8927-7CFE58670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27A4B5-3EF5-4ED4-B1EA-8DBD6F62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907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A9B0B5-4362-4989-848C-941BEBB4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BE2D95-6CAE-43B6-8180-33BE44A6E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10A27E-1022-4372-96E8-24E3DFB4F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BDB70E-3F3C-409B-AD85-03670ADD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6CCD56-6C9F-4883-857F-6B0E80951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A7D084-091D-432A-B7B9-D3E0BB788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62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2D623-62CD-4574-BF75-9B762E634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05E0E14-3B1A-4370-8450-1D6FC7B6C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8FF4BA-59FE-42AA-9F4B-6158B2BC1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B4EBC9-BD5C-4DCE-8D35-E377E2582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29C141-F428-49BC-930E-F171F236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4692CC-3939-40CB-836B-9C915A0B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62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8D79E-8410-472A-A799-5B6C42DF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DF0D6F-8460-4EFF-8EE7-10AACC8B2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184427-6BC2-49D5-995C-5C250F24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85E793-9B87-4B03-93A8-6F236A02F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5B70C6-90EE-4074-AE84-9DB83B33B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16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33BBE87-9981-4E91-8BF8-D89D572ADD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7942E8-D79C-4091-8EA7-EB2505C48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A4DF7-D7C2-4276-A5A1-7294F7C71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02E95A-79CB-41EF-97D3-A0DFB673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3C984B-190B-45EF-99C6-014B57DE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32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3FDC1-3C76-459C-B5BA-BC8E5986C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337E92-C5E0-468B-9C1A-9B76FE854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D00A6E-F185-43BD-BDF8-469E287C3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4EB57-E9DB-453C-9D27-CAA8A078B6E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DA6822-8EEC-4966-B605-B6A18B128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229894-9E2D-4556-B8B9-0775A8AE7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77C9D-AD19-4CE5-875B-8AB8B4E0B7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1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CEC4B-E821-4A12-BC77-CDC6753F83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02EC53-64AA-4FB8-B777-D8F10B374D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Выполнила: я!</a:t>
            </a:r>
          </a:p>
        </p:txBody>
      </p:sp>
    </p:spTree>
    <p:extLst>
      <p:ext uri="{BB962C8B-B14F-4D97-AF65-F5344CB8AC3E}">
        <p14:creationId xmlns:p14="http://schemas.microsoft.com/office/powerpoint/2010/main" val="14875070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Тема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</dc:title>
  <dc:creator>Ulyana</dc:creator>
  <cp:lastModifiedBy>Ulyana</cp:lastModifiedBy>
  <cp:revision>1</cp:revision>
  <dcterms:created xsi:type="dcterms:W3CDTF">2026-10-05T10:10:37Z</dcterms:created>
  <dcterms:modified xsi:type="dcterms:W3CDTF">2026-10-05T10:10:53Z</dcterms:modified>
</cp:coreProperties>
</file>